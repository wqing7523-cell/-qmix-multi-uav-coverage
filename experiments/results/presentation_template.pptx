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Multi-UAV Grid Coverage: Q-Learning vs QMIX</a:t>
            </a:r>
          </a:p>
          <a:p>
            <a:r>
              <a:t>Presenter:</a:t>
            </a:r>
          </a:p>
          <a:p>
            <a:r>
              <a:t>Date:</a:t>
            </a:r>
          </a:p>
          <a:p>
            <a:r>
              <a:t>Lab/Group:</a:t>
            </a:r>
          </a:p>
          <a:p>
            <a:r>
              <a:t>Add a representative figure (UAV coverage or custom image).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Growing demand for multi-UAV coverage in agriculture, rescue, etc.</a:t>
            </a:r>
          </a:p>
          <a:p>
            <a:pPr>
              <a:defRPr sz="2000"/>
            </a:pPr>
            <a:r>
              <a:t>Path planning challenges: large state space, obstacles, energy limits.</a:t>
            </a:r>
          </a:p>
          <a:p>
            <a:pPr>
              <a:defRPr sz="2000"/>
            </a:pPr>
            <a:r>
              <a:t>Reference work: Q-Learning + ANN for farmland coverage.</a:t>
            </a:r>
          </a:p>
          <a:p>
            <a:pPr>
              <a:defRPr sz="2000"/>
            </a:pPr>
            <a:r>
              <a:t>Goal: introduce QMIX and extend to larger grids, more UAVs, obstacles.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a GPU (PyTorch) workflow extending the reference paper.</a:t>
            </a:r>
          </a:p>
          <a:p>
            <a:pPr>
              <a:defRPr sz="2000"/>
            </a:pPr>
            <a:r>
              <a:t>Compare Q-Learning (global ANN / per-UAV ANN) with QMIX.</a:t>
            </a:r>
          </a:p>
          <a:p>
            <a:pPr>
              <a:defRPr sz="2000"/>
            </a:pPr>
            <a:r>
              <a:t>Develop metric suite: coverage, productive action rate, steps, energy proxy, collisions, balance.</a:t>
            </a:r>
          </a:p>
          <a:p>
            <a:pPr>
              <a:defRPr sz="2000"/>
            </a:pPr>
            <a:r>
              <a:t>Deliver reproducible experiments, plots, and a paper draft.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Code structure:</a:t>
            </a:r>
          </a:p>
          <a:p>
            <a:pPr>
              <a:defRPr sz="2000"/>
            </a:pPr>
            <a:r>
              <a:t>鈥?src/envs: grid environment &amp; obstacles</a:t>
            </a:r>
          </a:p>
          <a:p>
            <a:pPr>
              <a:defRPr sz="2000"/>
            </a:pPr>
            <a:r>
              <a:t>鈥?src/algos/qlearning &amp; qmix: algorithm implementations</a:t>
            </a:r>
          </a:p>
          <a:p>
            <a:pPr>
              <a:defRPr sz="2000"/>
            </a:pPr>
            <a:r>
              <a:t>鈥?src/metrics: metric helpers</a:t>
            </a:r>
          </a:p>
          <a:p>
            <a:pPr>
              <a:defRPr sz="2000"/>
            </a:pPr>
            <a:r>
              <a:t>鈥?scripts: batch runs, log parsing, plotting</a:t>
            </a:r>
          </a:p>
          <a:p>
            <a:pPr>
              <a:defRPr sz="2000"/>
            </a:pPr>
            <a:r>
              <a:t>Workflow: configs 鈫?run_experiments.py 鈫?logs 鈫?metrics.csv 鈫?plots.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2D grids (5x5鈥?x7); actions: up/down/left/right.</a:t>
            </a:r>
          </a:p>
          <a:p>
            <a:pPr>
              <a:defRPr sz="2000"/>
            </a:pPr>
            <a:r>
              <a:t>State encoding: visit map, obstacles, UAV positions, energy proxy.</a:t>
            </a:r>
          </a:p>
          <a:p>
            <a:pPr>
              <a:defRPr sz="2000"/>
            </a:pPr>
            <a:r>
              <a:t>Obstacles: static with density 0 or 0.10; ensure start reachable.</a:t>
            </a:r>
          </a:p>
          <a:p>
            <a:pPr>
              <a:defRPr sz="2000"/>
            </a:pPr>
            <a:r>
              <a:t>Rewards: hill-climbing for new cells, penalties for revisits/obstacles, completion bonus.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Q-Learning: global ANN or per-UAV ANN, replay buffer, target network, epsilon-greedy.</a:t>
            </a:r>
          </a:p>
          <a:p>
            <a:pPr>
              <a:defRPr sz="2000"/>
            </a:pPr>
            <a:r>
              <a:t>QMIX: agent GRU networks + mixing network via hypernetworks.</a:t>
            </a:r>
          </a:p>
          <a:p>
            <a:pPr>
              <a:defRPr sz="2000"/>
            </a:pPr>
            <a:r>
              <a:t>Episode replay buffer with optional double-Q.</a:t>
            </a:r>
          </a:p>
          <a:p>
            <a:pPr>
              <a:defRPr sz="2000"/>
            </a:pPr>
            <a:r>
              <a:t>Environment: RTX 4060, PyTorch 2.7.1/cu126.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&amp;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EpisodeStats tracks steps, coverage, PA, energy proxy, collisions, balance.</a:t>
            </a:r>
          </a:p>
          <a:p>
            <a:pPr>
              <a:defRPr sz="2000"/>
            </a:pPr>
            <a:r>
              <a:t>metrics.csv generated by scripts/extract_metrics.py.</a:t>
            </a:r>
          </a:p>
          <a:p>
            <a:pPr>
              <a:defRPr sz="2000"/>
            </a:pPr>
            <a:r>
              <a:t>plots generated by scripts/plot_metrics.py (filter by obstacle/variant).</a:t>
            </a:r>
          </a:p>
          <a:p>
            <a:pPr>
              <a:defRPr sz="2000"/>
            </a:pPr>
            <a:r>
              <a:t>Batch runner scripts/run_experiments.py.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Maps: 5x5, 6x6, 7x7 (scalable). UAVs: 1 or 2 (plan for 3鈥?).</a:t>
            </a:r>
          </a:p>
          <a:p>
            <a:pPr>
              <a:defRPr sz="2000"/>
            </a:pPr>
            <a:r>
              <a:t>Obstacle density: 0 and 0.10.</a:t>
            </a:r>
          </a:p>
          <a:p>
            <a:pPr>
              <a:defRPr sz="2000"/>
            </a:pPr>
            <a:r>
              <a:t>Algorithms: Q-Learning (global/per-UAV), QMIX. Seed = 123.</a:t>
            </a:r>
          </a:p>
          <a:p>
            <a:pPr>
              <a:defRPr sz="2000"/>
            </a:pPr>
            <a:r>
              <a:t>Training: 50 episodes for Q-Learning, 100 for QMIX (future 200+).</a:t>
            </a:r>
          </a:p>
          <a:p>
            <a:pPr>
              <a:defRPr sz="2000"/>
            </a:pPr>
            <a:r>
              <a:t>Runtime: Q-Learning ~1鈥? min/setting, QMIX ~3鈥? min/setting.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Small grids achieve &gt;0.95 coverage; 7x7/obstacle scenarios show QMIX instability.</a:t>
            </a:r>
          </a:p>
          <a:p>
            <a:pPr>
              <a:defRPr sz="2000"/>
            </a:pPr>
            <a:r>
              <a:t>Productive action rate decreases with map size; adding UAVs improves it.</a:t>
            </a:r>
          </a:p>
          <a:p>
            <a:pPr>
              <a:defRPr sz="2000"/>
            </a:pPr>
            <a:r>
              <a:t>Average steps grow with map size; more UAVs reduce steps by &gt;40%.</a:t>
            </a:r>
          </a:p>
          <a:p>
            <a:pPr>
              <a:defRPr sz="2000"/>
            </a:pPr>
            <a:r>
              <a:t>QMIX needs more training or tuning in complex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(Obstacle=0)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Show coverage/PA/steps vs map size &amp; UAV (obstacle=0).</a:t>
            </a:r>
          </a:p>
          <a:p>
            <a:pPr>
              <a:defRPr sz="2000"/>
            </a:pPr>
            <a:r>
              <a:t>Observation: algorithms similar on small maps; map=7 shows drop &amp; high variance.</a:t>
            </a:r>
          </a:p>
          <a:p>
            <a:pPr>
              <a:defRPr sz="2000"/>
            </a:pPr>
            <a:r>
              <a:t>Next: extend training, adjust hyperparameters to stabilize.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(Obstacle=0.10)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Show coverage/PA/steps vs map size &amp; UAV (obstacle=0.10).</a:t>
            </a:r>
          </a:p>
          <a:p>
            <a:pPr>
              <a:defRPr sz="2000"/>
            </a:pPr>
            <a:r>
              <a:t>Coverage around 0.92 (blocked cells); step variance increases.</a:t>
            </a:r>
          </a:p>
          <a:p>
            <a:pPr>
              <a:defRPr sz="2000"/>
            </a:pPr>
            <a:r>
              <a:t>Per-UAV variant slightly better in some cases but more variance.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Compare global vs per-UAV under different obstacles.</a:t>
            </a:r>
          </a:p>
          <a:p>
            <a:pPr>
              <a:defRPr sz="2000"/>
            </a:pPr>
            <a:r>
              <a:t>Global ANN yields steadier steps; per-UAV offers higher PA in some settings.</a:t>
            </a:r>
          </a:p>
          <a:p>
            <a:pPr>
              <a:defRPr sz="2000"/>
            </a:pPr>
            <a:r>
              <a:t>QMIX excels with more UAVs but requires longer training.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&amp;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QMIX on large/obstacle maps under-trained 鈫?extend episodes, tune learning rate, epsilon schedule.</a:t>
            </a:r>
          </a:p>
          <a:p>
            <a:pPr>
              <a:defRPr sz="2000"/>
            </a:pPr>
            <a:r>
              <a:t>Add UAV=3/4/6 to highlight centralized training advantage.</a:t>
            </a:r>
          </a:p>
          <a:p>
            <a:pPr>
              <a:defRPr sz="2000"/>
            </a:pPr>
            <a:r>
              <a:t>Extend metrics: collision rate, energy proxy, coverage curves.</a:t>
            </a:r>
          </a:p>
          <a:p>
            <a:pPr>
              <a:defRPr sz="2000"/>
            </a:pPr>
            <a:r>
              <a:t>Consider dynamic obstacles or real-map simulation.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Next 1 week: rerun QMIX (longer training, more UAVs); finalize statistics.</a:t>
            </a:r>
          </a:p>
          <a:p>
            <a:pPr>
              <a:defRPr sz="2000"/>
            </a:pPr>
            <a:r>
              <a:t>Next 2鈥? weeks: write experimental section &amp; discussion; prepare submission package.</a:t>
            </a:r>
          </a:p>
          <a:p>
            <a:pPr>
              <a:defRPr sz="2000"/>
            </a:pPr>
            <a:r>
              <a:t>Longer term: extend to 3D/real simulations; target SCI Q3 journal.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Deliverables: codebase, metric pipeline, plots, preliminary conclusions.</a:t>
            </a:r>
          </a:p>
          <a:p>
            <a:pPr>
              <a:defRPr sz="2000"/>
            </a:pPr>
            <a:r>
              <a:t>Key findings: more UAVs improve coverage; obstacle cases need stronger training; QMIX shows potential.</a:t>
            </a:r>
          </a:p>
          <a:p>
            <a:pPr>
              <a:defRPr sz="2000"/>
            </a:pPr>
            <a:r>
              <a:t>Next focus: broader experiment matrix, tuning, paper writing.</a:t>
            </a:r>
          </a:p>
          <a:p>
            <a:pPr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